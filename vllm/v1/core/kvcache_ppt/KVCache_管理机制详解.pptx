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71816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040880" y="37398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71816" y="37398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0" y="411480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03136" y="411480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0" y="451713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03136" y="451713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69280" y="45720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16168" y="45720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0" y="4818888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16168" y="4818888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548640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6384" y="548640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786384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6384" y="786384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内核源码精讲 · KVCache 五层架构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1828800"/>
            <a:ext cx="1280160" cy="4114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1993392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管理机制详解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E0E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从物理显存 → 逻辑块池 → 调度命中的完整链路与源码视角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教学课件 · 面向同学</a:t>
            </a:r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由浅入深五模块 · 生活化类比随文标注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8 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PagedAttention · 前缀缓存 · 引用计数共享</a:t>
            </a:r>
            <a:endParaRPr lang="en-US" sz="10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内容导览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从“为什么”到“怎么做”：一条学习路径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五模块渐进，对应“入门 → 专家”的学习方法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385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193852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1993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入门 · 为什么需要 KV Cache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O(n²)→O(n) 的取舍，与三条核心设计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475488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55117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2551176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核心概念速览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83080" y="29169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2715768"/>
            <a:ext cx="475488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31638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66928" y="316382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83080" y="3218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· 五层架构全景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83080" y="352958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物理层 → 块池 → 管理器 → 协调器 → 门面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328416"/>
            <a:ext cx="475488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377647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6928" y="377647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83080" y="38313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进阶 · 一条请求的旅程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783080" y="41422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 R：prefill / decode / 缓存 / 逆序释放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38160" y="3941064"/>
            <a:ext cx="475488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66928" y="43891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83080" y="4443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 · 设计要点与扩展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783080" y="4754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八条设计哲学 + 其他注意力类型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4553712"/>
            <a:ext cx="475488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02920" y="4572000"/>
            <a:ext cx="603504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2648" y="4572000"/>
            <a:ext cx="581558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学习建议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每模块先看“是什么 / 为什么”，再进“结构”，最后落到源码调用点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 ·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463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01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2697480" y="162763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为什么需要 KV Cache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自回归推理的显存难题与三条核心解法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KV Cache ≈ 小说“读书笔记”：重看前面不用重读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动机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O(n²) 重算 → O(n) 缓存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自回归推理：每个新 token 都要用到前面所有 token 的 K / 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77640" cy="1554480"/>
          </a:xfrm>
          <a:prstGeom prst="roundRect">
            <a:avLst>
              <a:gd name="adj" fmla="val 3529"/>
            </a:avLst>
          </a:prstGeom>
          <a:solidFill>
            <a:srgbClr val="EAF0F2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 token 生成 = 每步都要算 attention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若不缓存：第 n 个 token 要把前 n 个 token 的 K/V 全部重算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9DDE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O(n²)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3017520"/>
            <a:ext cx="457200" cy="182880"/>
          </a:xfrm>
          <a:prstGeom prst="rightArrow">
            <a:avLst/>
          </a:prstGeom>
          <a:solidFill>
            <a:srgbClr val="6B7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852928" y="28803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52928" y="2880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2648" y="3310128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不缓存 = 每次重抄；缓存 = 直接翻草稿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965960"/>
            <a:ext cx="4114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54880" y="21488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20391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PagedAttention 分页</a:t>
            </a:r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切块分配、回收、共享，解决内存碎片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0" y="2916936"/>
            <a:ext cx="4114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54880" y="309981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54880" y="30998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900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逻辑与物理分离</a:t>
            </a:r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调度只操作 block_id 整数，零显存拷贝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0" y="3867912"/>
            <a:ext cx="4114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54880" y="405079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54880" y="40507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94106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 + 引用计数</a:t>
            </a:r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相同前缀共享，LRU 决定驱逐顺序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 ·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463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02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2697480" y="162763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基础 · 核心概念速览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物理块 = 练习册，哈希块 = 单元，读书笔记 = KV 缓存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先记住六个“积木词”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它们是后续理解五层架构的最小语义单元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0116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011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94560" y="2011680"/>
            <a:ext cx="429768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20116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含义（结合源码）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一句话类比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43230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KVCacheBlock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94560" y="24323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逻辑块：只含 block_id 与元数据，不含显存指针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4323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练习册里的一个空页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291693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29169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全局编号 [0, N-1]，= 物理张量第 0 维行号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9169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书架上的编号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block_size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94560" y="3401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一个块容纳的 token 数（如 16）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4015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每页能写多少字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num_blocks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19456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总块数 = 可用显存 ÷ 单块字节数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练习册总共多少页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37083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43708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null_block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94560" y="4370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block_id=0 的占位块，不分配 / 不释放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370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书末的空白页，仅占位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85546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485546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ref_cnt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194560" y="48554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引用计数：多少请求在用，归零才回收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4855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同一页被几个同学借阅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53126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531266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记忆锚点：一个 block_id = 在所有层张量的同一行，存的是“同一组 token”的 K/V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两把钥匙：block_table 与链式哈希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一个解决“怎么找到我的 K/V”，一个解决“怎么复用别人的 K/V”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 — 请求 → 块 的映射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req_to_blocks[请求] = 一组 block_id 的有序列表，即 block_table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370332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31089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req_abc → [5, 12, 8, 33]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 时用这些 id 作 fancy index，从 kv_caches[layer] 抓对应行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224528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4224528"/>
            <a:ext cx="362102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一张“读书笔记”的目录页，按页码查内文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链式哈希 — 前缀缓存的核心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每个块哈希含“前一块的哈希”，相同前缀 → 相同哈希链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200400"/>
            <a:ext cx="1115568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46320" y="323697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hash(seed, tok0)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16752" y="3200400"/>
            <a:ext cx="1115568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016752" y="323697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16752" y="3474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hash(prev, toks)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87184" y="3200400"/>
            <a:ext cx="1115568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87184" y="323697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87184" y="3474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hash(prev, toks)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71032" y="345643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41464" y="345643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46320" y="395020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查找：从左到右逐个比对，遇 miss 即 break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224528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64608" y="4224528"/>
            <a:ext cx="366674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链式哈希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从第一章读到第 29 页再往下都对得上，说明前缀已读过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数据流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 token 到物理显存：全程只动整数，不搬显存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调度器与 GPU 之间通过 block_id 桥接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51560" y="2139696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分块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block_size 切成逻辑块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47672" y="239572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048256" y="20574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642616" y="2139696"/>
            <a:ext cx="292608" cy="292608"/>
          </a:xfrm>
          <a:prstGeom prst="ellipse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42616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93976" y="24871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算链式哈希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询问是否有已缓存的前缀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38728" y="239572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639312" y="20574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33672" y="2139696"/>
            <a:ext cx="292608" cy="292608"/>
          </a:xfrm>
          <a:prstGeom prst="ellipse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233672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85032" y="24871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查哈希表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94176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命中复用 ref_cnt++，未命中取新块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9784" y="239572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230368" y="20574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824728" y="2139696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82472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24871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 block_table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85232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请求只持一组 block_id 整数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239572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21424" y="20574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415784" y="213969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15784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67144" y="24871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gather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76288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fancy index 直接取对应行的 K/V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24612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核心直觉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371246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调度器全程只操作 block_id（整数），不搬移任何显存；物理张量一次性申请好后不再变动，所有分配 / 共享 / 驱逐只改“引用计数 + 哈希表”。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block_id = 物理张量第 0 维行号  —  用请求的一个 block_table，所有层共用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590288"/>
            <a:ext cx="548640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58368" y="4590288"/>
            <a:ext cx="526694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要用哪行搬哪行（按编号取书），而不是把整座图书馆搬进教室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03 ·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463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03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2697480" y="162763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 · 五层架构全景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自上而下持有关系：门面 → 协调器 → 管理器 → 块池 → 物理张量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读书笔记体系：目录页 → 章节编排 → 章节 → 单元页码 → 书架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架构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五层架构全景：谁持有谁，谁对上暴露接口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调度器只需面对最顶层，其余各层用 block_id 贯通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89280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189280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182880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36454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95728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90195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190195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 · 唯一外部调用方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06040" y="2194560"/>
            <a:ext cx="137160" cy="49378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30428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230428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门面 L5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224028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395728" y="2240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KVCacheManager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31343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72200" y="23134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 唯一入口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06040" y="2606040"/>
            <a:ext cx="137160" cy="49378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271576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271576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 L4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265176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395728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UnitaryCoordinator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7249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172200" y="27249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单组透传 · 统一建 BlockPool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06040" y="3017520"/>
            <a:ext cx="137160" cy="49378"/>
          </a:xfrm>
          <a:prstGeom prst="down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57200" y="312724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312724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 L3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0" y="306324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4FB3B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395728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FullAttentionManager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313639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7220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前缀查找 · CoW · req_to_blocks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606040" y="3429000"/>
            <a:ext cx="137160" cy="49378"/>
          </a:xfrm>
          <a:prstGeom prst="downArrow">
            <a:avLst/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57200" y="353872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353872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块池 L2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0" y="347472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55A6A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395728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BlockPool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354787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172200" y="35478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LRU 队列 ｜ 哈希映射表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06040" y="3840480"/>
            <a:ext cx="137160" cy="49378"/>
          </a:xfrm>
          <a:prstGeom prst="downArrow">
            <a:avLst/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57200" y="395020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395020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 L1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0" y="388620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8FC9C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395728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kv_caches[layer]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72200" y="395935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172200" y="395935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torch 张量 · block_id==行号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38912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080" y="438912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自上而下持有：KVCacheManager → Coordinator → BlockPool + FullAttentionManager → req_to_blocks；BlockPool 持全部 KVCacheBlock，与 GPU 张量以 block_id 桥接。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L1 物理层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把“规格说明书”变成 GPU 上的张量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一次性申请、按后端形状 reshape，之后不再变动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965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产出 Spec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1965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 get_kv_cache_spec → FullAttentionSpec，全模型合成单组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4505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测可用显存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2450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profile_run 测量 available_memory（bytes）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29352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算 num_blocks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293522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num_blocks = 可用显存 ÷ 单层 page_size ÷ 层数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41985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申请+reshape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11680" y="34198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 torch.zeros → [num_blocks, heads, block_size, 2·head_dim]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39044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创建 BlockPool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0" y="39044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KVCacheBlock(0..N-1)，block_id == 张量行号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例：Llama-7B，16KB / 块（bf16）· 一个逻辑块跨所有层共享同一份 block_table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L2 块池层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BlockPool：把“显存管理”简化为“整数 ID 管理”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只持有元数据：block_id / ref_cnt / block_hash / 空闲链表指针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空间维度 · free_block_queue（LRU）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43230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双向链表按驱逐优先级排序：队首可被驱逐 / 复用，队尾尽量保留。无哈希块 prepend 队首，有哈希块 append 队尾。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内容维度 · 链式哈希映射表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32304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cached_block_hash_to_block：hash → block(s)，前缀命中查找的正向入口；配合 RefCnt 实现零拷贝共享。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20025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" y="380390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ref_cnt=0 ⇔ 在空闲队列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4069080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归零才可驱逐 / 重用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3749040"/>
            <a:ext cx="20025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87752" y="380390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一块一哈希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4069080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set_block_hash 断言保护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3749040"/>
            <a:ext cx="20025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45152" y="380390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哈希不在此算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45152" y="4069080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哈希由 Request 预计算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29400" y="3749040"/>
            <a:ext cx="20025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2552" y="380390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事件是旁路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02552" y="4069080"/>
            <a:ext cx="18562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仅广播给 connector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443984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8368" y="4443984"/>
            <a:ext cx="362102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练习册的页与“单元标签”：页编号=物理，单元哈希=内容指纹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L3 单类型管理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FullAttentionManager：前缀查找 + 分配 / 释放 + CoW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真正实现链式哈希前缀缓存共享的那一层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19659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find_longest_cache_hit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classmethod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73168" y="19659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在哈希表里查最长已计算前缀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36876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243687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add_local_computed_blocks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436876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36876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73168" y="24368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touch 命中块，ref_cnt++，防驱逐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66928" y="290779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get_num_blocks_to_allocate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90779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容量预估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73168" y="29077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算需要新分配多少块（纯计算）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7870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6928" y="337870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allocate_new_blocks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337870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37870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73168" y="33787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取新块、处理部分命中 CoW、记入 new_block_ids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849624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66928" y="384962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cache_blocks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3849624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849624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773168" y="38496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填满的块写入哈希表，供后续命中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32054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6928" y="432054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/ pop_blocks_for_free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43205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432054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73168" y="43205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逆序释放，ref_cnt--，归零回队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记住：req_to_blocks[请求] 就存在这一层 —— 它才是 block_table 的真正存储位置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L4 协调器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UnitaryKVCacheCoordinator：连接各层的一张“直通车”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单组场景基本透明透传，存在的意义是让接口统一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057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基类负责 ① 创建唯一的 BlockPool（所有组共享编号空间）② 为每个 KV 组创建对应 Manager；Unitary 把请求原样下放给唯一的 FullAttentionManager。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两阶段分配（修复 issue #33775 的竞态）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27066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3401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 · touch 命中块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" y="37124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先让所有命中块 ref_cnt++，从空闲队列摘出，防止在后面分配时被驱逐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91256" y="3657600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18688" y="3310128"/>
            <a:ext cx="27066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28416" y="3401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 · 分配新块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37124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容量检查通过后，再从 free 队列取新块，写入 new_block_ids 等待 Worker 清零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52744" y="3657600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80176" y="3310128"/>
            <a:ext cx="27066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89904" y="340156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缓存回写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37124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计算完成的满块经 cache_blocks 写入链式哈希映射表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49884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4988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对比：mixed 模型的 HybridCoordinator 需跨组对齐命中（不动点迭代）；纯 FullAttention 永远第三个返回值 = 0。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L5 顶层门面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KVCacheManager：Scheduler 与 KV 子系统的唯一通道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把下面四层的复杂度全部封装进一个简单接口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204825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204825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19659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get_computed_blocks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前缀缓存查找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66928" y="250545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250545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" y="24231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allocate_slots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42316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准入检查 → 两阶段分配 → 缓存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66928" y="296265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296265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9264" y="28803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take_new_block_ids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88036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收集需清零的新块，交给 Worker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66928" y="341985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41985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9264" y="33375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take_kv_cache_block_copies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33756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收集 CoW 拷贝任务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66928" y="387705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" y="387705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9264" y="379476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/ pop_blocks_for_free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79476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立即释放或逆序延迟释放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452628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Drain 模式：取清单 = 一边记账一边取 &amp; 取完清空 → 把 GPU 待办一次性打包给 Worker（CPU/GPU 解耦）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 ·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463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04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2697480" y="162763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进阶 · 一条请求的完整旅程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以示例请求 R 为线索，串起分配 → 命中 → 缓存 → 释放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像跟拍一部小说：借书、做笔记、书被别人共享、最后还书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示例请求 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我们全程观察同一个请求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= 70 token，max_tokens = 32，block_size = 16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F2A43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9659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请求 R  ·  </a:t>
            </a:r>
            <a:pPr indent="0" marL="0">
              <a:buNone/>
            </a:pPr>
            <a:r>
              <a:rPr lang="en-US" sz="100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= “请用中文解释数据库索引并举例区分 B+ 树 / 哈希索引…”（70 token）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max_tokens = 32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2697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个满块哈希预计算，存于 request.block_hashes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prefill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查表命中前 2 块（hit=32）→ 新分 3 块 → block_table = [hit,hit,新,新,新]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decode（32 步）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51760" y="3703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块填 10 → 第 6 块填 16 → 第 7 块填 6，满块随时入表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释放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51760" y="4206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逆序归还 7→6→5→4→3；命中块仅减计数不回收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61772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651760" y="46177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命中 b0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56432" y="461772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56432" y="46177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命中 b1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61104" y="461772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261104" y="46177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 b2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65776" y="461772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65776" y="46177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 b3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70448" y="461772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870448" y="46177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 b4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block_table（下标 0~4）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4553712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61888" y="4553712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跟拍视角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从“拿到新书”一路上演到“划重点 + 还书”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生命周期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五阶段：一图看懂请求的一生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从入队 WAITING 到释放 (free / preempt)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EDF4F5"/>
          </a:solidFill>
          <a:ln w="12700">
            <a:solidFill>
              <a:srgbClr val="0A5C5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等待调度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WAITING · 构造 Request，预计算链式哈希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760220" y="2450592"/>
            <a:ext cx="8229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8288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E2F4F3"/>
          </a:solidFill>
          <a:ln w="12700">
            <a:solidFill>
              <a:srgbClr val="0A5C5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745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前缀缓存查找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019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get_computed_blocks → 链式哈希比对，返回命中块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131820" y="2450592"/>
            <a:ext cx="8229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004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DBF1F0"/>
          </a:solidFill>
          <a:ln w="12700">
            <a:solidFill>
              <a:srgbClr val="08545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461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分配 slot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735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allocate_slots · touch 命中 + 新块 + 部分命中 CoW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503420" y="2450592"/>
            <a:ext cx="8229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C9EAE8"/>
          </a:solidFill>
          <a:ln w="12700">
            <a:solidFill>
              <a:srgbClr val="07515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177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1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GPU forward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attn 用 block_table 索引，读写 kv_caches[layer]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875020" y="2450592"/>
            <a:ext cx="8229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B7E0DE"/>
          </a:solidFill>
          <a:ln w="12700">
            <a:solidFill>
              <a:srgbClr val="06413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893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1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缓存新满块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67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cache_blocks · 链式哈希写入映射表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246620" y="2450592"/>
            <a:ext cx="8229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15200" y="201168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A5D6D4"/>
          </a:solidFill>
          <a:ln w="12700">
            <a:solidFill>
              <a:srgbClr val="05393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60920" y="2121408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释放 / 抢占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88352" y="2578608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free · 逆序释放，ref_cnt--，归零入队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57200" y="3383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状态机：WAITING →(首次调度) RUNNING →(持续 decode) → 完成 / 被抢占 → 释放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580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⭐ 核心结论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无论 prefill 还是 decode，只要有“块写满”，随即通过 cache_blocks 被哈希进前缀缓存映射表；未满的尾块不入表，等填满的当步再入。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allocate_slots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分配槽位的内部五步（与源码顺序严格一致）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km:344 · 从释放旧块 → 容量检查 → touch → 新块 → 缓存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释放滑窗外块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96596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490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remove_skipped_blocks；FullAttention 下恒无操作（仅 SWA 生效）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E0F1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容量检查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24688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4904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available = free − reserved；required &gt; available → 返回 None 触发抢占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CE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touch 命中块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29718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4904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allocate_new_computed_blocks → ref_cnt++，从空闲队列摘出防驱逐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C5E6E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分配新块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1880" y="34747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74904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get_new_blocks；partial-hit 先做 CoW 替换共享尾块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B7E0D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977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缓存满块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11880" y="3977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74904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cache_blocks → cache_full_blocks 写入哈希映射表（幂等）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 ③ 在 ② 之后？先确认能分配，再 touch，避免“touch 了却因容量不足回滚”。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free 与 LRU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归还与分流：谁先被驱逐，谁能多留一会儿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逆序释放 + 双队列分流，兼顾复用率与缓存命中率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057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逆序释放（reversed）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尾块先归还 → 利用空闲队列 LIFO，最近用的块最先被重新分配，提高续生成复用率。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31546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 分流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ref_cnt &gt; 0 → 仅减计数，块保留（他人仍在共享）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ref_cnt == 0 → 回收到空闲队列，等待驱逐 / 重用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0600" y="2057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空闲队列双策略（free_block_queue）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359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队首 ⇄ 优先驱逐 / 分配  →  ← 队尾 · 尽量保留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9204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prepend_n（队首）· 无哈希块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310128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92040" y="3310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4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append_n（队尾）· 有哈希块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822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无哈希（永不命中）→ 队首，优先弹走复用（覆盖零成本）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有哈希（有效缓存条目）→ 队尾，尽量多留以满足前缀命中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709160" y="4535424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18888" y="4535424"/>
            <a:ext cx="371246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先还“没写笔记的本子”，有读书笔记的页多留一张给下个人借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prefill vs decode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同一套动作，不同规模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B 与阶段 D 本质相同，差异只在量级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19659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96596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77440" y="19659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prefill（WAITING 首次）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965960"/>
            <a:ext cx="301752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0" y="19659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decode（RUNNING 续写）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14016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" y="241401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token 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2414016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50592" y="2414016"/>
            <a:ext cx="31455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一次整个 prompt（如 70）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2414016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42432" y="2414016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每步 1 个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0352" y="292608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前缀缓存查找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77440" y="292608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50592" y="2926080"/>
            <a:ext cx="31455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是（get_computed_blocks）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2926080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42432" y="2926080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否（续写无新命中）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0352" y="34381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分配块数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77440" y="3438144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450592" y="3438144"/>
            <a:ext cx="31455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一次多块（如 3）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3438144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742432" y="3438144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或 1 块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30352" y="3950208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内部五步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0" y="3950208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50592" y="3950208"/>
            <a:ext cx="31455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①~⑤ 全走（含 touch 命中块）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3950208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742432" y="3950208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①③ 空操作，②④⑤ 照走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46227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" y="446227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77440" y="4462272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450592" y="4462272"/>
            <a:ext cx="31455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WAITING → RUNNING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4462272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742432" y="4462272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 RUNNING 直到完成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5001768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0080" y="500176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本质：allocate_slots 分配块 → forward 写 KV → 满块 cache_blocks 入哈希 —— 每个 block 写完即成为可命中的前缀缓存条目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5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64008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9144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05 · DEEP DIVE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4630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4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05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2697480" y="162763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专家 · 设计要点与扩展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八条设计哲学 + 其他注意力类型的扩展视野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把“记笔记”升华为一套可维护的内存管理系统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45262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设计哲学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八条设计要点：从“能跑”到“跑得更稳”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每一条都对应源码里的一处关键选择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2075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53288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固定大小 block，告别内存碎片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514600" y="1965960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24328" y="2075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2432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18104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逻辑-物理分离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53288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调度只动 block_id，零拷贝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72000" y="1965960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81728" y="2075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8172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75504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引用计数共享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53288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同前缀 ref_cnt++，多请求共用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629400" y="1965960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39128" y="2075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3912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32904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链式哈希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53288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前缀一致，改一处全链变化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57200" y="2990088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66928" y="30998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FC9C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0704" y="3099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LRU 双队列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55701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有哈希留队尾，无哈希放队首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2514600" y="2990088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624328" y="30998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24328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18104" y="3099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Copy-on-Write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51760" y="355701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部分命中复制旧块，不覆盖共享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4572000" y="2990088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681728" y="30998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5762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81728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75504" y="3099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 touch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09160" y="355701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touch 防驱逐，再分配新块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629400" y="2990088"/>
            <a:ext cx="20025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739128" y="30998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C5A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39128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32904" y="3099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Watermark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66560" y="355701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预留空闲块，防频繁抢占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设计主线：让“分配 / 共享 / 驱逐”全部只改元数据，物理层自始至终保持不变。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6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扩展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 Attention 之外的世界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其它注意力类型在主线框架上的差异（了解即可）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19659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1965960"/>
            <a:ext cx="246888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834640" y="196596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965960"/>
            <a:ext cx="3383280" cy="402336"/>
          </a:xfrm>
          <a:prstGeom prst="roundRect">
            <a:avLst>
              <a:gd name="adj" fmla="val 1363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03520" y="19659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Full Attention 的主要差异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04872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40487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Sliding Window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40487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926080" y="24048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Mistral-SA / Gemma2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404872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94960" y="24048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只缓存最近窗口 KV，早块可驱逐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28803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Mamba / SSM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288036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926080" y="28803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Bamba / Jamba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2880360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94960" y="28803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KV，block 存 recurrent state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5584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335584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混合模型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335584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26080" y="33558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Gemma3 / Llama4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3355848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94960" y="33558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多组 HybridCoordinator 跨组对齐命中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831336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" y="383133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38313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926080" y="38313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DeepSeek-V2/V3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3831336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394960" y="383133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低秩压缩，物理张量形状不同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306824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430682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Cross-Attention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4640" y="4306824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26080" y="43068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编码器-解码器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03520" y="4306824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394960" y="430682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额外 encoder KV group，静态分配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782312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48640" y="478231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投机解码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34640" y="478231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926080" y="4782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EAGLE / Medusa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03520" y="4782312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394960" y="478231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draft 层额外 group，需 last-block drop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53309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阅读建议：先吃透 Full Attention 主线（本文共有），再按需查阅对应扩展章节。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6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回顾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复盘 + 源码地图：接下来怎么深入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353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把五模块收束成一张可自查的知识地图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20299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20299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动机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196596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O(n²)→O(n)；三条核心设计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66928" y="245973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245973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概念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83080" y="239572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825496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66928" y="288950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" y="28895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架构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83080" y="282549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五层，门面 → 协调器 → 管理器 → 块池 → 物理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66928" y="331927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" y="33192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旅程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83080" y="325526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allocate_slots 五步 · 逆序释放 · prefill≈decode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850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66928" y="37490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FC9C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" y="37490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哲学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83080" y="368503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八条设计要点，元数据驱动零拷贝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096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源码地图（自上而下翻阅）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4256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kv_cache_manager.py → kv_cache_coordinator.py → single_type_kv_cache_manager.py → block_pool.py → kv_cache_utils.py → gpu_model_runner.py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23560" y="4517136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733288" y="4517136"/>
            <a:ext cx="2798064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送给每位同学</a:t>
            </a:r>
            <a:pPr algn="ctr"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读懂“记录页 → 归属 → 命中 → 还书”，就掌握了内核心智模型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82128" y="731520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1115568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82128" y="1115568"/>
            <a:ext cx="292608" cy="292608"/>
          </a:xfrm>
          <a:prstGeom prst="roundRect">
            <a:avLst>
              <a:gd name="adj" fmla="val 375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828800"/>
            <a:ext cx="1280160" cy="45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05740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谢谢聆听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E0E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愿你也能亲手读懂内核源码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把抽象的内存管理，讲成身边的故事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A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· KV Cache 管理机制详解 · 2026</a:t>
            </a:r>
            <a:endParaRPr lang="en-US" sz="11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vLLM 教学课件</dc:creator>
  <cp:lastModifiedBy>vLLM 教学课件</cp:lastModifiedBy>
  <cp:revision>1</cp:revision>
  <dcterms:created xsi:type="dcterms:W3CDTF">2026-08-17T16:38:13Z</dcterms:created>
  <dcterms:modified xsi:type="dcterms:W3CDTF">2026-08-17T16:38:13Z</dcterms:modified>
</cp:coreProperties>
</file>